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466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8229600" cy="6583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0120"/>
            <a:ext cx="9144000" cy="182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457200" y="1143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CampusCare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&amp; Resolution Management System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2450592"/>
            <a:ext cx="9144000" cy="182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57200" y="2578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CSS_2212 — Database Systems Lab  |  Mini Project Presentation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3017520"/>
          <a:ext cx="6400800" cy="533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BEA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 No.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BEA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BEA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/ Branch / Section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245890430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Shivam Mishra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4th Sem · AI-B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4036257"/>
            <a:ext cx="8229600" cy="7877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 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Pavithra N 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School of Computer Engineering,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MIT Bengaluru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CampusCare — Complaint &amp; Resolution Management System  |  CSS_2212 Database Systems Lab  |  Shivam Mishra · 245890430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39319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457200" cy="5943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8686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868680"/>
            <a:ext cx="39319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63440" y="868680"/>
            <a:ext cx="457200" cy="5943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663440" y="86868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12080" y="8686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1618488"/>
            <a:ext cx="39319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1618488"/>
            <a:ext cx="457200" cy="5943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5760" y="161848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161848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1618488"/>
            <a:ext cx="39319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663440" y="1618488"/>
            <a:ext cx="457200" cy="5943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663440" y="161848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12080" y="161848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2368296"/>
            <a:ext cx="39319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65760" y="2368296"/>
            <a:ext cx="457200" cy="5943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65760" y="236829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2368296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2368296"/>
            <a:ext cx="39319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663440" y="2368296"/>
            <a:ext cx="457200" cy="5943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663440" y="236829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12080" y="2368296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 Model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5760" y="3118104"/>
            <a:ext cx="39319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65760" y="3118104"/>
            <a:ext cx="457200" cy="5943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5760" y="3118104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4400" y="3118104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Functionalities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63440" y="3118104"/>
            <a:ext cx="39319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663440" y="3118104"/>
            <a:ext cx="457200" cy="5943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663440" y="3118104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212080" y="3118104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Design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3867912"/>
            <a:ext cx="39319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365760" y="3867912"/>
            <a:ext cx="457200" cy="5943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65760" y="386791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14400" y="3867912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Logic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663440" y="3867912"/>
            <a:ext cx="39319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4663440" y="3867912"/>
            <a:ext cx="457200" cy="5943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663440" y="386791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212080" y="3867912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&amp; Results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CampusCare — Complaint &amp; Resolution Management System  |  CSS_2212 Database Systems Lab  |  Shivam Mishra · 245890430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CampusCare?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 application for managing campus facility complaints — from submission by students to assignment and resolution by administrators.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783080"/>
            <a:ext cx="26060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0040" y="1783080"/>
            <a:ext cx="26060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167128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complaints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category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status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08960" y="1783080"/>
            <a:ext cx="26060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108960" y="1783080"/>
            <a:ext cx="26060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46120" y="18745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2167128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complaints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to staff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status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97880" y="1783080"/>
            <a:ext cx="28803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897880" y="1783080"/>
            <a:ext cx="28803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0" y="187452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35040" y="2167128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/ Open counts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/ Resolved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status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273552"/>
            <a:ext cx="8458200" cy="1417320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0292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1508760" cy="8229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7200" y="370332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06908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21408" y="3657600"/>
            <a:ext cx="1508760" cy="8229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121408" y="370332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121408" y="406908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85616" y="3657600"/>
            <a:ext cx="1508760" cy="8229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785616" y="370332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785616" y="406908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49824" y="3657600"/>
            <a:ext cx="1508760" cy="8229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449824" y="370332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49824" y="406908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114032" y="3657600"/>
            <a:ext cx="1508760" cy="8229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114032" y="370332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114032" y="406908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calls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CampusCare — Complaint &amp; Resolution Management System  |  CSS_2212 Database Systems Lab  |  Shivam Mishra · 245890430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complaint handling is broken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8503920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20040" y="1261872"/>
            <a:ext cx="54864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2920" y="131673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 channel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5910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via verbal/email — unstructured, untracked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066544"/>
            <a:ext cx="8503920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0040" y="2066544"/>
            <a:ext cx="54864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" y="212140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assignment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395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staff member is formally responsible for resolution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871216"/>
            <a:ext cx="8503920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20040" y="2871216"/>
            <a:ext cx="54864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02920" y="2926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status visibility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get no updates after reporting an issue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675888"/>
            <a:ext cx="8503920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20040" y="3675888"/>
            <a:ext cx="54864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02920" y="37307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analytics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0050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can't see complaint volume, patterns, or trends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CampusCare — Complaint &amp; Resolution Management System  |  CSS_2212 Database Systems Lab  |  Shivam Mishra · 245890430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0233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40233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29768" y="950976"/>
            <a:ext cx="256032" cy="25603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29768" y="9509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93268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submission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28016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raise complaints with student ID, category, and description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822960"/>
            <a:ext cx="40233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663440" y="822960"/>
            <a:ext cx="40233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773168" y="950976"/>
            <a:ext cx="256032" cy="25603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73168" y="9509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93268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assignment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128016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assigns each complaint to a specific staff member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084832"/>
            <a:ext cx="40233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20040" y="2084832"/>
            <a:ext cx="40233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29768" y="2212848"/>
            <a:ext cx="256032" cy="25603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9768" y="22128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219456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3-stage lifecycle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2542032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→ IN_PROGRESS → RESOLVED lifecycle per complaint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084832"/>
            <a:ext cx="40233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663440" y="2084832"/>
            <a:ext cx="40233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73168" y="2212848"/>
            <a:ext cx="256032" cy="25603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773168" y="22128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20640" y="219456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DB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00600" y="2542032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schema in 3NF with foreign key constraints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3346704"/>
            <a:ext cx="40233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20040" y="3346704"/>
            <a:ext cx="40233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29768" y="3474720"/>
            <a:ext cx="256032" cy="25603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29768" y="34747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7240" y="345643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380390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counts: total, open, in-progress, resolved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3346704"/>
            <a:ext cx="40233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663440" y="3346704"/>
            <a:ext cx="40233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773168" y="3474720"/>
            <a:ext cx="256032" cy="25603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773168" y="34747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20640" y="345643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800600" y="380390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complaints by status or category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3-Tier Model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CampusCare — Complaint &amp; Resolution Management System  |  CSS_2212 Database Systems Lab  |  Shivam Mishra · 245890430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1143000"/>
          </a:xfrm>
          <a:prstGeom prst="rect">
            <a:avLst/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1828800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777240"/>
            <a:ext cx="1828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40280" y="868680"/>
            <a:ext cx="6492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— View complaints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raise.html — Submit complaint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admin.html — Dashboard + assign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style.css — Shared styling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1920240"/>
            <a:ext cx="1463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HTTP / JSON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075688"/>
            <a:ext cx="8595360" cy="1143000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74320" y="2075688"/>
            <a:ext cx="1828800" cy="1143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74320" y="2075688"/>
            <a:ext cx="1828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Tier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40280" y="2167128"/>
            <a:ext cx="6492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 — Express server, CORS, JSON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complaintRoutes.js — URL mapping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complaintController.js — Business logic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config/db.js — mysql2 connection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3218688"/>
            <a:ext cx="1463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HTTP / JSON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374136"/>
            <a:ext cx="8595360" cy="1143000"/>
          </a:xfrm>
          <a:prstGeom prst="rect">
            <a:avLst/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74320" y="3374136"/>
            <a:ext cx="1828800" cy="1143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74320" y="3374136"/>
            <a:ext cx="1828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Tier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40280" y="3465576"/>
            <a:ext cx="6492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— student_id, name, department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— staff_id, name, role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— complaint_id, student_id FK, status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— complaint_id FK, staff_id FK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CampusCare — Complaint &amp; Resolution Management System  |  CSS_2212 Database Systems Lab  |  Shivam Mishra · 245890430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26517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2651760" cy="50292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0972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runtime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1417320"/>
            <a:ext cx="24505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all backend logic server-side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822960"/>
            <a:ext cx="26517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154680" y="822960"/>
            <a:ext cx="2651760" cy="50292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46120" y="8686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46120" y="10972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64408" y="1417320"/>
            <a:ext cx="24505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Routing, middleware, REST API endpoints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89320" y="822960"/>
            <a:ext cx="26517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989320" y="822960"/>
            <a:ext cx="2651760" cy="50292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80760" y="8686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80760" y="10972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99048" y="1417320"/>
            <a:ext cx="24505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storage, normalized to 3NF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606040"/>
            <a:ext cx="26517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0040" y="2606040"/>
            <a:ext cx="2651760" cy="50292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11480" y="26517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1480" y="288036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driver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9768" y="3200400"/>
            <a:ext cx="24505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queries, connection to MySQL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154680" y="2606040"/>
            <a:ext cx="26517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154680" y="2606040"/>
            <a:ext cx="2651760" cy="50292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246120" y="26517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46120" y="288036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64408" y="3200400"/>
            <a:ext cx="24505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pages, styling, Fetch API calls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89320" y="2606040"/>
            <a:ext cx="26517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989320" y="2606040"/>
            <a:ext cx="2651760" cy="50292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080760" y="26517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080760" y="288036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99048" y="3200400"/>
            <a:ext cx="24505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cross-origin requests from browser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 Model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CampusCare — Complaint &amp; Resolution Management System  |  CSS_2212 Database Systems Lab  |  Shivam Mishra · 245890430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39776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28600" y="777240"/>
            <a:ext cx="3977640" cy="38404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38328" y="832104"/>
            <a:ext cx="3758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7744" y="1234440"/>
            <a:ext cx="395935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" y="123444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 PK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7744" y="1508760"/>
            <a:ext cx="395935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150876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7744" y="1783080"/>
            <a:ext cx="395935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178308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777240"/>
            <a:ext cx="39776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800600" y="777240"/>
            <a:ext cx="3977640" cy="38404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910328" y="832104"/>
            <a:ext cx="3758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09744" y="1234440"/>
            <a:ext cx="395935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937760" y="123444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staff_id  PK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9744" y="1508760"/>
            <a:ext cx="395935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937760" y="150876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9744" y="1783080"/>
            <a:ext cx="395935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937760" y="178308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2468880"/>
            <a:ext cx="397764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28600" y="2468880"/>
            <a:ext cx="3977640" cy="38404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38328" y="2523744"/>
            <a:ext cx="3758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37744" y="2926080"/>
            <a:ext cx="395935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65760" y="292608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complaint_id  PK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37744" y="3200400"/>
            <a:ext cx="395935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65760" y="320040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 FK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37744" y="3474720"/>
            <a:ext cx="395935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5760" y="347472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37744" y="3749040"/>
            <a:ext cx="395935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65760" y="374904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37744" y="4023360"/>
            <a:ext cx="395935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65760" y="402336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00600" y="2468880"/>
            <a:ext cx="39776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800600" y="2468880"/>
            <a:ext cx="3977640" cy="38404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910328" y="2523744"/>
            <a:ext cx="3758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809744" y="2926080"/>
            <a:ext cx="395935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937760" y="292608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assignment_id  PK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09744" y="3200400"/>
            <a:ext cx="395935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937760" y="320040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complaint_id  FK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09744" y="3474720"/>
            <a:ext cx="395935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937760" y="347472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staff_id  FK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206240" y="1188720"/>
            <a:ext cx="59436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160520" y="100584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240280" y="2450592"/>
            <a:ext cx="0" cy="18288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5359791" y="4391230"/>
            <a:ext cx="2184010" cy="40937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 1:N  complaints  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complaints 1:1  assignments  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staff  1:N  assignments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317588" y="4005072"/>
            <a:ext cx="2226213" cy="29260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937760" y="399346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to 3NF — no transitive dependencies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CampusCare — Complaint &amp; Resolution Management System  |  CSS_2212 Database Systems Lab  |  Shivam Mishra · 245890430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269748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26974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89611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Complaint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18872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submits category + description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auto-set to OPEN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with student_id FK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804672"/>
            <a:ext cx="269748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154680" y="804672"/>
            <a:ext cx="26974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91840" y="89611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Complaints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18872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all complaints as JSON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table in browser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status badges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804672"/>
            <a:ext cx="269748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035040" y="804672"/>
            <a:ext cx="26974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172200" y="89611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Complaint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118872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picks staff member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assignments table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 to IN_PROGRESS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724912"/>
            <a:ext cx="269748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74320" y="2724912"/>
            <a:ext cx="26974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11480" y="281635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Complaint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310896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clicks Resolve button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request to /api/status/:id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set to RESOLVED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54680" y="2724912"/>
            <a:ext cx="269748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154680" y="2724912"/>
            <a:ext cx="26974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291840" y="281635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91840" y="310896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counts per status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status/category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JS computation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2724912"/>
            <a:ext cx="269748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035040" y="2724912"/>
            <a:ext cx="26974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172200" y="281635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Integrity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72200" y="310896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enforced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→ students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staff_id → staff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CampusCare — Complaint &amp; Resolution Management System  |  CSS_2212 Database Systems Lab  |  Shivam Mishra · 245890430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2697480" cy="3886200"/>
          </a:xfrm>
          <a:prstGeom prst="rect">
            <a:avLst/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2697480" cy="43891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877824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353312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/api/complaints on load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table rendering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badges (color-coded)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page reload on update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54680" y="804672"/>
            <a:ext cx="2697480" cy="3886200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154680" y="804672"/>
            <a:ext cx="2697480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46120" y="877824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raise.html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1353312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student_id, category, description form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/api/complaint on submit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message without reload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reset after submit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804672"/>
            <a:ext cx="2697480" cy="3886200"/>
          </a:xfrm>
          <a:prstGeom prst="rect">
            <a:avLst/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035040" y="804672"/>
            <a:ext cx="2697480" cy="43891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126480" y="877824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admin.html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1353312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cards (Total/Open/In Progress/Resolved)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table with Assign + Resolve buttons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dropdown by status/category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updates via Fetch API (no reload)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" y="464515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Logic — MVC 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CampusCare — Complaint &amp; Resolution Management System  |  CSS_2212 Database Systems Lab  |  Shivam Mishra · 245890430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97280"/>
          <a:ext cx="4663440" cy="192024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/api/complaint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new complaint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/api/complaints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 all complaints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/api/assign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 to staff member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/api/status/:id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complaint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257800" y="7772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Functions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257800" y="1097280"/>
            <a:ext cx="3566160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257800" y="1097280"/>
            <a:ext cx="54864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413248" y="115214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createComplaint</a:t>
            </a:r>
            <a:endParaRPr lang="en-US" sz="1200" dirty="0"/>
          </a:p>
        </p:txBody>
      </p:sp>
      <p:sp>
        <p:nvSpPr>
          <p:cNvPr id="7" name="Text 9"/>
          <p:cNvSpPr/>
          <p:nvPr/>
        </p:nvSpPr>
        <p:spPr>
          <a:xfrm>
            <a:off x="5413248" y="14447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complaints, status = OPEN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257800" y="1901952"/>
            <a:ext cx="3566160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5257800" y="1901952"/>
            <a:ext cx="54864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413248" y="195681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getComplaints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13248" y="224942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FROM complaints → JSON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257800" y="2706624"/>
            <a:ext cx="3566160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5257800" y="2706624"/>
            <a:ext cx="54864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413248" y="27614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assignComplaint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13248" y="305409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assignments + UPDATE status = IN_PROGRESS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257800" y="3511296"/>
            <a:ext cx="3566160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5257800" y="3511296"/>
            <a:ext cx="54864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413248" y="35661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updateStatus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13248" y="38587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complaints SET status=1 WHERE id=1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&amp;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CampusCare — Complaint &amp; Resolution Management System  |  CSS_2212 Database Systems Lab  |  Shivam Mishra · 245890430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1554480" cy="100584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4320" y="1152144"/>
            <a:ext cx="155448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7472" y="1170432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submits form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14813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raise.html → POST /api/complaint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0" y="1307592"/>
            <a:ext cx="146304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975104" y="804672"/>
            <a:ext cx="1554480" cy="100584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975104" y="8046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975104" y="1152144"/>
            <a:ext cx="155448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048256" y="1170432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inserts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48256" y="14813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complaints, status=OPEN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29584" y="1307592"/>
            <a:ext cx="146304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675888" y="804672"/>
            <a:ext cx="1554480" cy="100584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75888" y="8046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675888" y="1152144"/>
            <a:ext cx="155448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749040" y="1170432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assigns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49040" y="14813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/api/assign → INSERT + UPDATE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30368" y="1307592"/>
            <a:ext cx="146304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376672" y="804672"/>
            <a:ext cx="1554480" cy="100584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376672" y="8046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376672" y="1152144"/>
            <a:ext cx="155448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49824" y="1170432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IN_PROGRESS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49824" y="14813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complaints.status updated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31152" y="1307592"/>
            <a:ext cx="146304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077456" y="804672"/>
            <a:ext cx="1554480" cy="100584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077456" y="8046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077456" y="1152144"/>
            <a:ext cx="155448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150608" y="1170432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resolves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50608" y="14813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/api/status/:id → RESOLVED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0040" y="20116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Results</a:t>
            </a:r>
            <a:endParaRPr lang="en-US" sz="14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331720"/>
          <a:ext cx="8503920" cy="2304288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POST complaint (valid body)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✔ Pass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Inserted with status OPEN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GET /api/complaints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✔ Pass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All records returned as JSON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POST /api/assign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✔ Pass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Assignment + status IN_PROGRESS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PUT /api/status/:id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✔ Pass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Status updated to RESOLVED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Invalid student_id (FK violation)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✔ Caught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MySQL FK error returned to client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"/>
            <a:ext cx="8229600" cy="6583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0120"/>
            <a:ext cx="9144000" cy="182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457200" y="180136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2834640"/>
            <a:ext cx="9144000" cy="182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CampusCare — Complaint &amp; Resolution Management System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0" y="3429000"/>
          <a:ext cx="4572000" cy="2895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Shivam Mishra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BEA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245890430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DBEA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4th Sem · AI-B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1C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3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4183380"/>
            <a:ext cx="8229600" cy="7360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CSS_2212 Database Systems Lab   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Dr. Pavithra N  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Engineering,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MIT Bengaluru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1181</Words>
  <Application>Microsoft Office PowerPoint</Application>
  <PresentationFormat>On-screen Show (16:9)</PresentationFormat>
  <Paragraphs>285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CampusCare - DBS Mini Project</dc:title>
  <dc:subject>PptxGenJS Presentation</dc:subject>
  <dc:creator>PptxGenJS</dc:creator>
  <cp:lastModifiedBy>SHIVAM MISHRA - 245816122 - MITBLR</cp:lastModifiedBy>
  <cp:revision>2</cp:revision>
  <dcterms:created xsi:type="dcterms:W3CDTF">2026-04-08T18:27:24Z</dcterms:created>
  <dcterms:modified xsi:type="dcterms:W3CDTF">2026-04-09T06:43:17Z</dcterms:modified>
</cp:coreProperties>
</file>